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UTA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4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Trust Adapter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USB-C of Agent Trust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AliceLabs LLC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4E6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agentes AI no tienen forma estándar de verificar confianza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🔴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Robadas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21945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puede robar el JSON de otro y hacerse pasar por él. Sin criptografía, no hay identidad verificable.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718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Suplantación de Issuer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2004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Cualquiera puede emitir credenciales falsas. Sin verificación de CA, un atacante puede crear 'certificados' arbitrarios.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776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🔴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3931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Attacks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2062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binding criptográfico entre código fuente y credenciales, un agente malicioso puede inyectar código sin ser detectado.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4E6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Solución: UTA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capa de confianza universal para el ecosistema de agentes AI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9260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8E98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47472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 Trust Gateway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8E98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Decision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12-Stage Pipeline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Adapters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/ DENY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Fail-closed: UNKNOWN = DENY · ERROR = DENY · EXPIRED = DENY · REVOKED = DENY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4E6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de 12 Etapas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00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PARSE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606040" y="146304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06040" y="1600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DETECT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600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SCHEMA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03720" y="146304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1600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CRYPTO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ISSUER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6040" y="251460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KEY_BIND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51460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POP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251460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PROVENANCE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03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LIFECYCLE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06040" y="356616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3703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EVIDENCE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56616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703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POLICY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03720" y="356616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3703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DECISION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es fail-closed. Cualquier fallo = DENY inmediato.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4E6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Clave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9202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480+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06040" y="164592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19202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6,744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606040" y="3017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Verifications/sec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9202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A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754880" y="3017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Packages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03720" y="164592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19202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4E6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903720" y="3017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SDKs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 · Python · Rust · Go — todos verifican los mismos 36 test vectors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4E6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Adapters Soportados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6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6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6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6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ATC v3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6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Ed25519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6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6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6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RS256 / ES256 / EdDSA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6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6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W3C VC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6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Ed25519Signature2020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6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6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6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Ed25519Signature2020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6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6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EAT-AI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6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EdDSA / ES256 / RS256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6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Beta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6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6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Ed25519 + UTA-ZTA-CARD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6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Beta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6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6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Ed25519 + UTA-MCP-CARD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6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6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X.509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6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RSA / ECDSA / Ed25519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6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formatos · Auto-detección · Traducción cross-format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4E6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Criptográfica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 (RFC 8032)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Firmas digitales de 64 bytes. Verificación en ~100μs. Sin dependencias externas — Node.js built-in.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JCS (RFC 8785)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Canonicalización determinista JSON. Mismo input → mismos bytes en cualquier lenguaje. SHA-256 reproducible.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06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Dominios de Separación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firma de ATC no verifica en dominio PoP. Previene reuso cross-contexto de firmas.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51460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606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con Nonce Anti-Replay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8803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Challenge-response con nonce de 32 bytes. Single-use: segundo uso = error de replay.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49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Multi-firma N-of-M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Quórum configurable. Múltiples CAs pueden firmar el mismo credential. Política required_key_ids.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65760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749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Post-Cuántico Ready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40233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 ML-DSA-65 (FIPS 204). HybridSigner: Ed25519 + PQ en paralelo. Migración 2030-2035.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4E6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Revocación Triple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Revocation List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4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firmada de credential IDs revocados. Cache con TTL. Verificación Ed25519 de la firma del CA.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19272" y="146304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19272" y="16459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OCSP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319272" y="21031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Certificate Status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02152" y="256032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4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HTTP en tiempo real. Nonce anti-replay. Respuesta firmada con Ed25519. Fail-closed en timeout.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81344" y="146304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1344" y="16459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A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Bitstring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181344" y="21031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Status List 2021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64224" y="256032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4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Bitstring comprimido (gzip+base64url). 1 bit por credential. Escala a millones en ~30KB.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4E6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Hardening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01168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57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4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SHA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74520" y="20574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E98"/>
                </a:solidFill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84832" y="201168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84832" y="2057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4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SHA-256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27832" y="20574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E98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38144" y="201168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2057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4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Hash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81144" y="20574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E98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91456" y="201168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2057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4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SLSA Provenance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34456" y="20574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E98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44768" y="201168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2057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4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Sigstore Sig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87768" y="20574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E98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98080" y="201168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3B82F6">
              <a:alpha val="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0" y="2057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4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ATC Credential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criptográfica: cada paso verifica el anterior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931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SBOM (SPDX 2.3) por paquete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3931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SLSA Build Level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389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Sigstore keyless (Fulcio + Rekor)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4389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npm publish --provenance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4E6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Ready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920240" cy="2743200"/>
          </a:xfrm>
          <a:prstGeom prst="roundRect">
            <a:avLst>
              <a:gd name="adj" fmla="val 4762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22860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20 slim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user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1463040"/>
            <a:ext cx="1920240" cy="2743200"/>
          </a:xfrm>
          <a:prstGeom prst="roundRect">
            <a:avLst>
              <a:gd name="adj" fmla="val 4762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16459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K8s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0" y="22860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chart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2-10 replicas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1920240" cy="2743200"/>
          </a:xfrm>
          <a:prstGeom prst="roundRect">
            <a:avLst>
              <a:gd name="adj" fmla="val 4762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6459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92040" y="22860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Sigstore + SLSA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Auto-release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03720" y="1463040"/>
            <a:ext cx="1920240" cy="2743200"/>
          </a:xfrm>
          <a:prstGeom prst="roundRect">
            <a:avLst>
              <a:gd name="adj" fmla="val 4762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16459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E6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040880" y="22860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uta-verify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formatos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4E6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37744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Trust Services Criteria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77440" y="17830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auth, PoP, rate limiting, audit log, key rotation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27001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3774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Annex A Controls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0" y="29260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controls, key management, event logging, secure dev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749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NIST CSF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7744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Functions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77440" y="40690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(SBOM), Protect (PoP), Detect (audit), Respond (revocation), Recover (rotation)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Model: STRIDE + MITRE ATLAS — 35 mitigaciones, 10 técnicas AI mitigadas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4E6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Post-Cuántico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1A1D27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Only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 puro. ML-DSA-65 abstracción lista pero sin backend.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19272" y="164592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1A1D27"/>
          </a:solidFill>
          <a:ln w="25400">
            <a:solidFill>
              <a:srgbClr val="EAB30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19272" y="18288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2030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19272" y="2377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Required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02152" y="283464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 + ML-DSA-65 en paralelo. Defense in depth. Ambas firmas requeridas.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81344" y="164592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1A1D27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1344" y="18288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2035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81344" y="2377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 Only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64224" y="283464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 deprecado. ML-DSA-65 único algoritmo. Quantum-safe.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HybridSigner: firma con Ed25519 + PQ simultáneamente — verificación requiere ambas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4E6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Licencia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463040"/>
            <a:ext cx="7315200" cy="3200400"/>
          </a:xfrm>
          <a:prstGeom prst="roundRect">
            <a:avLst>
              <a:gd name="adj" fmla="val 2857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6459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AL-1.0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2194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AliceLabs Source-Available License v1.0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743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Source-available — todo el código es legible y auditable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31089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Uso personal/educativo/libre sin restricciones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34747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Uso comercial requiere licencia separada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840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Plugin template: MIT (ecosistema abierto para terceros)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4206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Specs: CC-BY-NC-ND 4.0 (abiertas para lectura)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4754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Contacto: legal@alicelabs.site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4E6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Equipo AliceLabs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Edison Flores &amp; Alejandro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AliceLabs LLC · Wyoming, USA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0" y="3383280"/>
            <a:ext cx="3657600" cy="0"/>
          </a:xfrm>
          <a:prstGeom prst="line">
            <a:avLst/>
          </a:prstGeom>
          <a:noFill/>
          <a:ln w="12700">
            <a:solidFill>
              <a:srgbClr val="2A2D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github.com/eddyflores100-lang/universal-trust-adapter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info@alicelabs.site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UTA — Universal Trust Adapter</dc:title>
  <dc:subject>PptxGenJS Presentation</dc:subject>
  <dc:creator>AliceLabs LLC</dc:creator>
  <cp:lastModifiedBy>AliceLabs LLC</cp:lastModifiedBy>
  <cp:revision>1</cp:revision>
  <dcterms:created xsi:type="dcterms:W3CDTF">2026-08-21T01:51:08Z</dcterms:created>
  <dcterms:modified xsi:type="dcterms:W3CDTF">2026-08-21T01:51:08Z</dcterms:modified>
</cp:coreProperties>
</file>